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49808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为什么迁移到 PX4 还没有完全打通？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783080"/>
            <a:ext cx="5440680" cy="105156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600" b="0">
                <a:solidFill>
                  <a:srgbClr val="DCE4F0"/>
                </a:solidFill>
                <a:latin typeface="Microsoft YaHei"/>
              </a:rPr>
              <a:t>结论先行：
不是 PX4 没接进来，而是接进来以后，fixed-wing 不再是理想目标，末段可捕获窗口被真实飞控约束显著压缩。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154680"/>
            <a:ext cx="1737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1D7D48"/>
                </a:solidFill>
                <a:latin typeface="Microsoft YaHei"/>
              </a:rPr>
              <a:t>早期 PX4 POC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0.8 m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3154680"/>
            <a:ext cx="1737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7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CD7923"/>
                </a:solidFill>
                <a:latin typeface="Microsoft YaHei"/>
              </a:rPr>
              <a:t>当前真实链最好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4.237 m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best window = DOCKING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0288" y="3154680"/>
            <a:ext cx="1737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B4372A"/>
                </a:solidFill>
                <a:latin typeface="Microsoft YaHei"/>
              </a:rPr>
              <a:t>末段相对速度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5.699 m/s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当前主瓶颈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09160"/>
            <a:ext cx="5532120" cy="868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一句话：通信、飞控接口、状态机都通了，
真正卡住的是“真实 fixed-wing 在 PX4 约束下还能不能被稳稳接住”。</a:t>
            </a:r>
          </a:p>
        </p:txBody>
      </p:sp>
      <p:pic>
        <p:nvPicPr>
          <p:cNvPr id="8" name="Picture 7" descr="trajectory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822960"/>
            <a:ext cx="4937760" cy="45579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可直接作为组会里“问题定位”页的开场。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1. 已经做到什么，没做到什么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先把“没接进去”这件事说清楚：现在的问题不是接口不通，而是末段捕获不稳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502920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已经实现的部分</a:t>
            </a:r>
          </a:p>
          <a:p>
            <a:pPr algn="l"/>
            <a:r>
              <a:rPr sz="1430" b="0">
                <a:solidFill>
                  <a:srgbClr val="20252B"/>
                </a:solidFill>
                <a:latin typeface="Microsoft YaHei"/>
              </a:rPr>
              <a:t>已做到：ROS 2 &lt;-&gt; PX4 通信、MicroXRCE、SITL、RViz、自动日志和报告都已跑通。</a:t>
            </a:r>
          </a:p>
          <a:p>
            <a:pPr algn="l"/>
            <a:r>
              <a:rPr sz="1430" b="0">
                <a:solidFill>
                  <a:srgbClr val="20252B"/>
                </a:solidFill>
                <a:latin typeface="Microsoft YaHei"/>
              </a:rPr>
              <a:t>已做到：早期 PX4 SIH 版本曾达到 0.8 m / COMPLETED，证明 flight stack 接口不是完全接不通。</a:t>
            </a:r>
          </a:p>
          <a:p>
            <a:pPr algn="l"/>
            <a:r>
              <a:rPr sz="1430" b="0">
                <a:solidFill>
                  <a:srgbClr val="20252B"/>
                </a:solidFill>
                <a:latin typeface="Microsoft YaHei"/>
              </a:rPr>
              <a:t>已做到：当前更真实 fixed-wing 等待轨道链已能稳定进入 DOCKING。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0292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当前还没打通的部分</a:t>
            </a:r>
          </a:p>
          <a:p>
            <a:pPr algn="l"/>
            <a:r>
              <a:rPr sz="1430" b="0">
                <a:solidFill>
                  <a:srgbClr val="20252B"/>
                </a:solidFill>
                <a:latin typeface="Microsoft YaHei"/>
              </a:rPr>
              <a:t>尚未做到：在 30 m 定高、10 m/s 级等待轨道约束下，稳定实现 0.2 m、低相对速度、一致航向的真实终端捕获。</a:t>
            </a:r>
          </a:p>
          <a:p>
            <a:pPr algn="l"/>
            <a:r>
              <a:rPr sz="1430" b="0">
                <a:solidFill>
                  <a:srgbClr val="20252B"/>
                </a:solidFill>
                <a:latin typeface="Microsoft YaHei"/>
              </a:rPr>
              <a:t>当前现象：能靠近、能进 DOCKING，但容易高速擦过，不能稳定守住 COMPLETED。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1645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1D7D48"/>
                </a:solidFill>
                <a:latin typeface="Microsoft YaHei"/>
              </a:rPr>
              <a:t>POC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COMPLETED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min 0.800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1645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7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CD7923"/>
                </a:solidFill>
                <a:latin typeface="Microsoft YaHei"/>
              </a:rPr>
              <a:t>当前最佳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DOCKING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min 4.237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417320"/>
            <a:ext cx="1645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B4372A"/>
                </a:solidFill>
                <a:latin typeface="Microsoft YaHei"/>
              </a:rPr>
              <a:t>run 结束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TRACKING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final 13.242 m</a:t>
            </a:r>
          </a:p>
        </p:txBody>
      </p:sp>
      <p:pic>
        <p:nvPicPr>
          <p:cNvPr id="9" name="Picture 8" descr="distance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60320"/>
            <a:ext cx="5257800" cy="295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推荐讲法：问题已经从“能不能跑”升级成“真实约束下能不能稳定收口”。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2. 第一层根因：接入 PX4 后，我们失去了对 fixed-wing 的直接控制权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mock 中我们控制的是目标机状态；PX4 中我们控制的是飞控输入，最终状态由 PX4 自己决定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36576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接口层变化</a:t>
            </a:r>
          </a:p>
          <a:p>
            <a:pPr algn="l"/>
            <a:r>
              <a:rPr sz="1420" b="0">
                <a:solidFill>
                  <a:srgbClr val="20252B"/>
                </a:solidFill>
                <a:latin typeface="Microsoft YaHei"/>
              </a:rPr>
              <a:t>mock 版本：我们几乎直接定义 mini 的轨迹、速度和末段减速。</a:t>
            </a:r>
          </a:p>
          <a:p>
            <a:pPr algn="l"/>
            <a:r>
              <a:rPr sz="1420" b="0">
                <a:solidFill>
                  <a:srgbClr val="20252B"/>
                </a:solidFill>
                <a:latin typeface="Microsoft YaHei"/>
              </a:rPr>
              <a:t>PX4 版本：bridge 只能给 DO_ORBIT、DO_CHANGE_SPEED、offboard setpoint 这类高层命令。</a:t>
            </a:r>
          </a:p>
          <a:p>
            <a:pPr algn="l"/>
            <a:r>
              <a:rPr sz="1420" b="0">
                <a:solidFill>
                  <a:srgbClr val="20252B"/>
                </a:solidFill>
                <a:latin typeface="Microsoft YaHei"/>
              </a:rPr>
              <a:t>因此 fixed-wing 的真实轨迹，要经过 PX4 内部导航、控制、TECS 再实现。</a:t>
            </a:r>
          </a:p>
          <a:p>
            <a:pPr algn="l"/>
            <a:r>
              <a:rPr sz="1420" b="0">
                <a:solidFill>
                  <a:srgbClr val="20252B"/>
                </a:solidFill>
                <a:latin typeface="Microsoft YaHei"/>
              </a:rPr>
              <a:t>结果就是：我们不是在“直接控飞机”，而是在“给飞控提建议”。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0"/>
            <a:ext cx="2743200" cy="1051560"/>
          </a:xfrm>
          <a:prstGeom prst="rect">
            <a:avLst/>
          </a:prstGeom>
          <a:solidFill>
            <a:srgbClr val="E3F3E8"/>
          </a:solidFill>
          <a:ln>
            <a:solidFill>
              <a:srgbClr val="1D7D4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mock
state-level target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743200"/>
            <a:ext cx="2743200" cy="1051560"/>
          </a:xfrm>
          <a:prstGeom prst="rect">
            <a:avLst/>
          </a:prstGeom>
          <a:solidFill>
            <a:srgbClr val="DAE8FC"/>
          </a:solidFill>
          <a:ln>
            <a:solidFill>
              <a:srgbClr val="235EB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PX4
command-level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041648"/>
            <a:ext cx="2743200" cy="1325880"/>
          </a:xfrm>
          <a:prstGeom prst="rect">
            <a:avLst/>
          </a:prstGeom>
          <a:solidFill>
            <a:srgbClr val="FDEFDB"/>
          </a:solidFill>
          <a:ln>
            <a:solidFill>
              <a:srgbClr val="CD7923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后果
目标机行为不再完全按算法理想模型执行</a:t>
            </a:r>
          </a:p>
        </p:txBody>
      </p:sp>
      <p:pic>
        <p:nvPicPr>
          <p:cNvPr id="8" name="Picture 7" descr="rviz_stable_after_fix_20260315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3703320" cy="1959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一句话：迁移后不是控制器失效，而是控制对象从“理想目标”变成了“PX4 管理下的真实 fixed-wing”。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3. 第二层根因：fixed-wing 的真实物理与 TECS/loiter 约束会吃掉窗口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固定翼必须服从空速、转弯半径、升力与能量管理，无法像多旋翼一样按需慢速等待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46634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飞行器层约束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当前真实链要求：30 m 左右定高、80 m 半径、10 m/s 级等待盘旋。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但 fixed-wing 不能像多旋翼那样原地等，它必须维持空速并通过倾侧转弯。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降速、转弯、定高三者天然耦合，所以等待轨道本身就比 mock 目标更“软”。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69080"/>
            <a:ext cx="46634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日志证据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日志显示：alt_min=2.031 m, alt_max=44.092 m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tas_min=8.068 m/s, tas_max=30.255 m/s, underspeed=0.253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这说明 fixed-wing 并没有长期稳定守住理想的等待轨道。</a:t>
            </a:r>
          </a:p>
        </p:txBody>
      </p:sp>
      <p:pic>
        <p:nvPicPr>
          <p:cNvPr id="6" name="Picture 5" descr="fixed_wing_wait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98448"/>
            <a:ext cx="5486400" cy="5225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推荐讲法：carrier 追的不是理想圆轨道，而是一个会因 TECS/loiter 波动而变化的真实轨迹。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4. 第三层根因：现在卡的是“末段相对速度”，不是“最小距离”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之所以能进 DOCKING 却收不进 COMPLETED，是因为几何上靠近了，但动力学上还没有锁住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235EB8"/>
                </a:solidFill>
                <a:latin typeface="Microsoft YaHei"/>
              </a:rPr>
              <a:t>best window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DOCKING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t = 48.660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325880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7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CD7923"/>
                </a:solidFill>
                <a:latin typeface="Microsoft YaHei"/>
              </a:rPr>
              <a:t>最小距离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4.237 m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已经靠近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325880"/>
            <a:ext cx="187451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B4372A"/>
                </a:solidFill>
                <a:latin typeface="Microsoft YaHei"/>
              </a:rPr>
              <a:t>rel speed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5.699 m/s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仍然偏大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52120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为什么只到 DOCKING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当前不是完全进不了 DOCKING，而是进了以后更像高速擦肩而过。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DOCKING -&gt; COMPLETED 需要同时满足小误差、小相对速度，还要保持若干控制周期。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现在最近点到了，但 along-track 速度没压住，所以无法稳定进入真实捕获包络。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303520"/>
            <a:ext cx="5212080" cy="731520"/>
          </a:xfrm>
          <a:prstGeom prst="rect">
            <a:avLst/>
          </a:prstGeom>
          <a:solidFill>
            <a:srgbClr val="E8EFFB"/>
          </a:solidFill>
          <a:ln>
            <a:solidFill>
              <a:srgbClr val="235EB8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一句话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所以真正的问题不是“距离还不够小”，而是“最近点附近速度还不够小”。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325880"/>
            <a:ext cx="50292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为什么这是更难但也更有价值的问题</a:t>
            </a:r>
          </a:p>
          <a:p>
            <a:pPr algn="l"/>
            <a:r>
              <a:rPr sz="1390" b="0">
                <a:solidFill>
                  <a:srgbClr val="20252B"/>
                </a:solidFill>
                <a:latin typeface="Microsoft YaHei"/>
              </a:rPr>
              <a:t>这也是为什么早期看起来“能盘旋、能 completed”的版本不能直接代表当前难度。</a:t>
            </a:r>
          </a:p>
          <a:p>
            <a:pPr algn="l"/>
            <a:r>
              <a:rPr sz="1390" b="0">
                <a:solidFill>
                  <a:srgbClr val="20252B"/>
                </a:solidFill>
                <a:latin typeface="Microsoft YaHei"/>
              </a:rPr>
              <a:t>现在这版更真实：fixed-wing 要先真实起飞、定高等待、只在末段减速配合。</a:t>
            </a:r>
          </a:p>
          <a:p>
            <a:pPr algn="l"/>
            <a:r>
              <a:rPr sz="1390" b="0">
                <a:solidFill>
                  <a:srgbClr val="20252B"/>
                </a:solidFill>
                <a:latin typeface="Microsoft YaHei"/>
              </a:rPr>
              <a:t>约束更强以后，问题从“链路通不通”变成“真实窗口能否稳定形成并被抓住”。</a:t>
            </a:r>
          </a:p>
          <a:p>
            <a:pPr algn="l"/>
            <a:r>
              <a:rPr sz="1390" b="0">
                <a:solidFill>
                  <a:srgbClr val="20252B"/>
                </a:solidFill>
                <a:latin typeface="Microsoft YaHei"/>
              </a:rPr>
              <a:t>所以当前主瓶颈已很清楚：等待轨道质量 + terminal speed matching。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结论：现在卡的是“真实飞控下的可捕获窗口”，不是“系统没接好”。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5. 所以下一步该改哪：按根因排序，不再盲调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从“最影响结果的地方”往下做，而不是继续在外围参数上反复试错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50749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接下来最值得做的 4 件事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优先级 1：固定翼等待轨道稳定性。先让 30 m / 10 m/s 等待轨道更可预测。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优先级 2：DOCKING 末段 along-track 速度匹配。先把最近点附近相对速度压下来。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优先级 3：真正进入 terminal corridor 后，再让 fixed-wing 末段配合减速，而不是更早减速。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优先级 4：继续把 TECS / loiter / glide 状态并入日志与控制判据，形成 TECS-aware 终端控制。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25880"/>
            <a:ext cx="50749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这轮定位后的工作原则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不要再把时间主要花在“距离阈值再调一点”“start 时机再猜一下”上。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现在最该做的是让目标 fixed-wing 本身变得更可预期，再让 terminal phase 变得更可捕获。</a:t>
            </a:r>
          </a:p>
          <a:p>
            <a:pPr algn="l"/>
            <a:r>
              <a:rPr sz="1410" b="0">
                <a:solidFill>
                  <a:srgbClr val="20252B"/>
                </a:solidFill>
                <a:latin typeface="Microsoft YaHei"/>
              </a:rPr>
              <a:t>如果这两件事做好，状态机和现有分层控制框架本身是有希望继续收进 0.2 m 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77840"/>
            <a:ext cx="10469880" cy="502920"/>
          </a:xfrm>
          <a:prstGeom prst="rect">
            <a:avLst/>
          </a:prstGeom>
          <a:solidFill>
            <a:srgbClr val="E8EFFB"/>
          </a:solidFill>
          <a:ln>
            <a:solidFill>
              <a:srgbClr val="235EB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550" b="1">
                <a:solidFill>
                  <a:srgbClr val="0F1E3C"/>
                </a:solidFill>
                <a:latin typeface="Microsoft YaHei"/>
              </a:rPr>
              <a:t>推荐收束句：PX4 迁移没有失败，它已经把问题暴露到了更真实、更有研究价值的层面——真实 fixed-wing 飞控约束下的末段窗口稳定性。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这页适合放在“问题分析”结尾，承接下一阶段计划。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